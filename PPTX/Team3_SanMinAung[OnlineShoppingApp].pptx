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6858000" cy="9144000"/>
  <p:embeddedFontLst>
    <p:embeddedFont>
      <p:font typeface="Archivo Black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League Spartan" panose="020B0604020202020204" charset="0"/>
      <p:regular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Bold" panose="00000800000000000000" pitchFamily="2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F39D0-3BE9-30FE-E399-5638DCAD3790}" v="16" dt="2026-02-02T03:53:43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7871" y="4057750"/>
            <a:ext cx="20683743" cy="2171499"/>
            <a:chOff x="0" y="0"/>
            <a:chExt cx="27578323" cy="2895332"/>
          </a:xfrm>
        </p:grpSpPr>
        <p:sp>
          <p:nvSpPr>
            <p:cNvPr id="3" name="TextBox 3"/>
            <p:cNvSpPr txBox="1"/>
            <p:nvPr/>
          </p:nvSpPr>
          <p:spPr>
            <a:xfrm>
              <a:off x="7135010" y="365806"/>
              <a:ext cx="13128113" cy="18377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72"/>
                </a:lnSpc>
              </a:pPr>
              <a:r>
                <a:rPr lang="en-US" sz="8265" b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ClickCart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4114800" cy="2895332"/>
              <a:chOff x="0" y="0"/>
              <a:chExt cx="812800" cy="57191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57191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71917">
                    <a:moveTo>
                      <a:pt x="609600" y="0"/>
                    </a:moveTo>
                    <a:cubicBezTo>
                      <a:pt x="721824" y="0"/>
                      <a:pt x="812800" y="128028"/>
                      <a:pt x="812800" y="285959"/>
                    </a:cubicBezTo>
                    <a:cubicBezTo>
                      <a:pt x="812800" y="443889"/>
                      <a:pt x="721824" y="571917"/>
                      <a:pt x="609600" y="571917"/>
                    </a:cubicBezTo>
                    <a:lnTo>
                      <a:pt x="203200" y="571917"/>
                    </a:lnTo>
                    <a:cubicBezTo>
                      <a:pt x="90976" y="571917"/>
                      <a:pt x="0" y="443889"/>
                      <a:pt x="0" y="285959"/>
                    </a:cubicBezTo>
                    <a:cubicBezTo>
                      <a:pt x="0" y="12802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812800" cy="6195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8104611" y="2078263"/>
              <a:ext cx="11369102" cy="5122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07"/>
                </a:lnSpc>
                <a:spcBef>
                  <a:spcPct val="0"/>
                </a:spcBef>
              </a:pPr>
              <a:r>
                <a:rPr lang="en-US" sz="2219">
                  <a:solidFill>
                    <a:srgbClr val="303642"/>
                  </a:solidFill>
                  <a:latin typeface="Poppins"/>
                  <a:ea typeface="Poppins"/>
                  <a:cs typeface="Poppins"/>
                  <a:sym typeface="Poppins"/>
                </a:rPr>
                <a:t>Online Shopping Application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23463523" y="0"/>
              <a:ext cx="4114800" cy="2895332"/>
              <a:chOff x="0" y="0"/>
              <a:chExt cx="812800" cy="57191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57191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71917">
                    <a:moveTo>
                      <a:pt x="609600" y="0"/>
                    </a:moveTo>
                    <a:cubicBezTo>
                      <a:pt x="721824" y="0"/>
                      <a:pt x="812800" y="128028"/>
                      <a:pt x="812800" y="285959"/>
                    </a:cubicBezTo>
                    <a:cubicBezTo>
                      <a:pt x="812800" y="443889"/>
                      <a:pt x="721824" y="571917"/>
                      <a:pt x="609600" y="571917"/>
                    </a:cubicBezTo>
                    <a:lnTo>
                      <a:pt x="203200" y="571917"/>
                    </a:lnTo>
                    <a:cubicBezTo>
                      <a:pt x="90976" y="571917"/>
                      <a:pt x="0" y="443889"/>
                      <a:pt x="0" y="285959"/>
                    </a:cubicBezTo>
                    <a:cubicBezTo>
                      <a:pt x="0" y="12802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812800" cy="6195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4880587" y="7976235"/>
            <a:ext cx="8526827" cy="1282065"/>
            <a:chOff x="0" y="0"/>
            <a:chExt cx="11369102" cy="17094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14300"/>
              <a:ext cx="11369102" cy="962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76797D"/>
                  </a:solidFill>
                  <a:latin typeface="Poppins"/>
                  <a:ea typeface="Poppins"/>
                  <a:cs typeface="Poppins"/>
                  <a:sym typeface="Poppins"/>
                </a:rPr>
                <a:t>San Min Aung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746760"/>
              <a:ext cx="11369102" cy="962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0"/>
                </a:lnSpc>
                <a:spcBef>
                  <a:spcPct val="0"/>
                </a:spcBef>
              </a:pPr>
              <a:r>
                <a:rPr lang="en-US" sz="4200">
                  <a:solidFill>
                    <a:srgbClr val="76797D"/>
                  </a:solidFill>
                  <a:latin typeface="Poppins"/>
                  <a:ea typeface="Poppins"/>
                  <a:cs typeface="Poppins"/>
                  <a:sym typeface="Poppins"/>
                </a:rPr>
                <a:t>2025-02-18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74744" y="1940792"/>
            <a:ext cx="6338512" cy="1242522"/>
            <a:chOff x="0" y="0"/>
            <a:chExt cx="2121869" cy="4159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869" cy="415944"/>
            </a:xfrm>
            <a:custGeom>
              <a:avLst/>
              <a:gdLst/>
              <a:ahLst/>
              <a:cxnLst/>
              <a:rect l="l" t="t" r="r" b="b"/>
              <a:pathLst>
                <a:path w="2121869" h="415944">
                  <a:moveTo>
                    <a:pt x="61070" y="0"/>
                  </a:moveTo>
                  <a:lnTo>
                    <a:pt x="2060799" y="0"/>
                  </a:lnTo>
                  <a:cubicBezTo>
                    <a:pt x="2094527" y="0"/>
                    <a:pt x="2121869" y="27342"/>
                    <a:pt x="2121869" y="61070"/>
                  </a:cubicBezTo>
                  <a:lnTo>
                    <a:pt x="2121869" y="354874"/>
                  </a:lnTo>
                  <a:cubicBezTo>
                    <a:pt x="2121869" y="388602"/>
                    <a:pt x="2094527" y="415944"/>
                    <a:pt x="2060799" y="415944"/>
                  </a:cubicBezTo>
                  <a:lnTo>
                    <a:pt x="61070" y="415944"/>
                  </a:lnTo>
                  <a:cubicBezTo>
                    <a:pt x="27342" y="415944"/>
                    <a:pt x="0" y="388602"/>
                    <a:pt x="0" y="354874"/>
                  </a:cubicBezTo>
                  <a:lnTo>
                    <a:pt x="0" y="61070"/>
                  </a:lnTo>
                  <a:cubicBezTo>
                    <a:pt x="0" y="27342"/>
                    <a:pt x="27342" y="0"/>
                    <a:pt x="610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121869" cy="330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75262" y="342706"/>
            <a:ext cx="8537476" cy="132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sz="8472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34633" y="2327276"/>
            <a:ext cx="3556933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7582183" y="2192655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29853" y="2097405"/>
            <a:ext cx="398190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74744" y="3459539"/>
            <a:ext cx="6338512" cy="1242522"/>
            <a:chOff x="0" y="0"/>
            <a:chExt cx="2121869" cy="4159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1869" cy="415944"/>
            </a:xfrm>
            <a:custGeom>
              <a:avLst/>
              <a:gdLst/>
              <a:ahLst/>
              <a:cxnLst/>
              <a:rect l="l" t="t" r="r" b="b"/>
              <a:pathLst>
                <a:path w="2121869" h="415944">
                  <a:moveTo>
                    <a:pt x="61070" y="0"/>
                  </a:moveTo>
                  <a:lnTo>
                    <a:pt x="2060799" y="0"/>
                  </a:lnTo>
                  <a:cubicBezTo>
                    <a:pt x="2094527" y="0"/>
                    <a:pt x="2121869" y="27342"/>
                    <a:pt x="2121869" y="61070"/>
                  </a:cubicBezTo>
                  <a:lnTo>
                    <a:pt x="2121869" y="354874"/>
                  </a:lnTo>
                  <a:cubicBezTo>
                    <a:pt x="2121869" y="388602"/>
                    <a:pt x="2094527" y="415944"/>
                    <a:pt x="2060799" y="415944"/>
                  </a:cubicBezTo>
                  <a:lnTo>
                    <a:pt x="61070" y="415944"/>
                  </a:lnTo>
                  <a:cubicBezTo>
                    <a:pt x="27342" y="415944"/>
                    <a:pt x="0" y="388602"/>
                    <a:pt x="0" y="354874"/>
                  </a:cubicBezTo>
                  <a:lnTo>
                    <a:pt x="0" y="61070"/>
                  </a:lnTo>
                  <a:cubicBezTo>
                    <a:pt x="0" y="27342"/>
                    <a:pt x="27342" y="0"/>
                    <a:pt x="610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2121869" cy="330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134633" y="3846022"/>
            <a:ext cx="3556933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Functional Features</a:t>
            </a:r>
          </a:p>
        </p:txBody>
      </p:sp>
      <p:sp>
        <p:nvSpPr>
          <p:cNvPr id="13" name="AutoShape 13"/>
          <p:cNvSpPr/>
          <p:nvPr/>
        </p:nvSpPr>
        <p:spPr>
          <a:xfrm flipV="1">
            <a:off x="7582183" y="3711401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6629853" y="3616151"/>
            <a:ext cx="398190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974744" y="4978285"/>
            <a:ext cx="6338512" cy="1242522"/>
            <a:chOff x="0" y="0"/>
            <a:chExt cx="2121869" cy="4159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21869" cy="415944"/>
            </a:xfrm>
            <a:custGeom>
              <a:avLst/>
              <a:gdLst/>
              <a:ahLst/>
              <a:cxnLst/>
              <a:rect l="l" t="t" r="r" b="b"/>
              <a:pathLst>
                <a:path w="2121869" h="415944">
                  <a:moveTo>
                    <a:pt x="61070" y="0"/>
                  </a:moveTo>
                  <a:lnTo>
                    <a:pt x="2060799" y="0"/>
                  </a:lnTo>
                  <a:cubicBezTo>
                    <a:pt x="2094527" y="0"/>
                    <a:pt x="2121869" y="27342"/>
                    <a:pt x="2121869" y="61070"/>
                  </a:cubicBezTo>
                  <a:lnTo>
                    <a:pt x="2121869" y="354874"/>
                  </a:lnTo>
                  <a:cubicBezTo>
                    <a:pt x="2121869" y="388602"/>
                    <a:pt x="2094527" y="415944"/>
                    <a:pt x="2060799" y="415944"/>
                  </a:cubicBezTo>
                  <a:lnTo>
                    <a:pt x="61070" y="415944"/>
                  </a:lnTo>
                  <a:cubicBezTo>
                    <a:pt x="27342" y="415944"/>
                    <a:pt x="0" y="388602"/>
                    <a:pt x="0" y="354874"/>
                  </a:cubicBezTo>
                  <a:lnTo>
                    <a:pt x="0" y="61070"/>
                  </a:lnTo>
                  <a:cubicBezTo>
                    <a:pt x="0" y="27342"/>
                    <a:pt x="27342" y="0"/>
                    <a:pt x="610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85725"/>
              <a:ext cx="2121869" cy="330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134633" y="5364769"/>
            <a:ext cx="3556933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Screen List &amp; Flow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7582183" y="5230148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6629853" y="5134898"/>
            <a:ext cx="398190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974744" y="6497032"/>
            <a:ext cx="6338512" cy="1242522"/>
            <a:chOff x="0" y="0"/>
            <a:chExt cx="2121869" cy="415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21869" cy="415944"/>
            </a:xfrm>
            <a:custGeom>
              <a:avLst/>
              <a:gdLst/>
              <a:ahLst/>
              <a:cxnLst/>
              <a:rect l="l" t="t" r="r" b="b"/>
              <a:pathLst>
                <a:path w="2121869" h="415944">
                  <a:moveTo>
                    <a:pt x="61070" y="0"/>
                  </a:moveTo>
                  <a:lnTo>
                    <a:pt x="2060799" y="0"/>
                  </a:lnTo>
                  <a:cubicBezTo>
                    <a:pt x="2094527" y="0"/>
                    <a:pt x="2121869" y="27342"/>
                    <a:pt x="2121869" y="61070"/>
                  </a:cubicBezTo>
                  <a:lnTo>
                    <a:pt x="2121869" y="354874"/>
                  </a:lnTo>
                  <a:cubicBezTo>
                    <a:pt x="2121869" y="388602"/>
                    <a:pt x="2094527" y="415944"/>
                    <a:pt x="2060799" y="415944"/>
                  </a:cubicBezTo>
                  <a:lnTo>
                    <a:pt x="61070" y="415944"/>
                  </a:lnTo>
                  <a:cubicBezTo>
                    <a:pt x="27342" y="415944"/>
                    <a:pt x="0" y="388602"/>
                    <a:pt x="0" y="354874"/>
                  </a:cubicBezTo>
                  <a:lnTo>
                    <a:pt x="0" y="61070"/>
                  </a:lnTo>
                  <a:cubicBezTo>
                    <a:pt x="0" y="27342"/>
                    <a:pt x="27342" y="0"/>
                    <a:pt x="610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85725"/>
              <a:ext cx="2121869" cy="330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8134633" y="6883515"/>
            <a:ext cx="3556933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UI Design</a:t>
            </a:r>
          </a:p>
        </p:txBody>
      </p:sp>
      <p:sp>
        <p:nvSpPr>
          <p:cNvPr id="25" name="AutoShape 25"/>
          <p:cNvSpPr/>
          <p:nvPr/>
        </p:nvSpPr>
        <p:spPr>
          <a:xfrm flipV="1">
            <a:off x="7582183" y="6748894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6629853" y="6653644"/>
            <a:ext cx="398190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974744" y="8015778"/>
            <a:ext cx="6338512" cy="1242522"/>
            <a:chOff x="0" y="0"/>
            <a:chExt cx="2121869" cy="4159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21869" cy="415944"/>
            </a:xfrm>
            <a:custGeom>
              <a:avLst/>
              <a:gdLst/>
              <a:ahLst/>
              <a:cxnLst/>
              <a:rect l="l" t="t" r="r" b="b"/>
              <a:pathLst>
                <a:path w="2121869" h="415944">
                  <a:moveTo>
                    <a:pt x="61070" y="0"/>
                  </a:moveTo>
                  <a:lnTo>
                    <a:pt x="2060799" y="0"/>
                  </a:lnTo>
                  <a:cubicBezTo>
                    <a:pt x="2094527" y="0"/>
                    <a:pt x="2121869" y="27342"/>
                    <a:pt x="2121869" y="61070"/>
                  </a:cubicBezTo>
                  <a:lnTo>
                    <a:pt x="2121869" y="354874"/>
                  </a:lnTo>
                  <a:cubicBezTo>
                    <a:pt x="2121869" y="388602"/>
                    <a:pt x="2094527" y="415944"/>
                    <a:pt x="2060799" y="415944"/>
                  </a:cubicBezTo>
                  <a:lnTo>
                    <a:pt x="61070" y="415944"/>
                  </a:lnTo>
                  <a:cubicBezTo>
                    <a:pt x="27342" y="415944"/>
                    <a:pt x="0" y="388602"/>
                    <a:pt x="0" y="354874"/>
                  </a:cubicBezTo>
                  <a:lnTo>
                    <a:pt x="0" y="61070"/>
                  </a:lnTo>
                  <a:cubicBezTo>
                    <a:pt x="0" y="27342"/>
                    <a:pt x="27342" y="0"/>
                    <a:pt x="6107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85725"/>
              <a:ext cx="2121869" cy="330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134633" y="8402262"/>
            <a:ext cx="3556933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Data Design</a:t>
            </a:r>
          </a:p>
        </p:txBody>
      </p:sp>
      <p:sp>
        <p:nvSpPr>
          <p:cNvPr id="31" name="AutoShape 31"/>
          <p:cNvSpPr/>
          <p:nvPr/>
        </p:nvSpPr>
        <p:spPr>
          <a:xfrm flipV="1">
            <a:off x="7582183" y="8267641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TextBox 32"/>
          <p:cNvSpPr txBox="1"/>
          <p:nvPr/>
        </p:nvSpPr>
        <p:spPr>
          <a:xfrm>
            <a:off x="6629853" y="8172391"/>
            <a:ext cx="398190" cy="804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788" y="-177024"/>
            <a:ext cx="709780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r="-226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95420" y="1602681"/>
            <a:ext cx="8011990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09122" y="3001753"/>
            <a:ext cx="7898287" cy="422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ClickCa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 is a modern mobile shopping application built with React Native, designed to provide a smooth and intuitive e-commerce experience. The app focuses on clean UI, simple navigation, and efficient product browsing, inspired by real-world retail and POS systems.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project demonstrates core mobile app fundamentals such as authentication, product listing, category-based browsing, notifications, profile management, and checkout flow — all implemented using lightweight and scalable React Native patterns.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3950"/>
            <a:ext cx="1074371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81850" y="3577985"/>
            <a:ext cx="15724301" cy="105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mple Sign In screen with email and password inputs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 and minimal login UI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1850" y="2689272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Authentication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2291033"/>
            <a:ext cx="1059605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281850" y="5579218"/>
            <a:ext cx="15724301" cy="176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motional banner with discounts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Category icon grid for quick access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Popular products displayed in a 2-column grid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Bottom tab navigation for easy screen switching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81850" y="4690505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Home Screen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1850" y="8285302"/>
            <a:ext cx="15724301" cy="105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Category selection using rounded pill-style buttons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 grid layout for better readability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1850" y="7396588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Categories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34" y="905646"/>
            <a:ext cx="1074371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81884" y="3359681"/>
            <a:ext cx="15724301" cy="105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 status updates (confirmed, processing, etc.)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Simple list-based notification system with details action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1884" y="2470968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Notifications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734" y="2053679"/>
            <a:ext cx="1059605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281884" y="5360915"/>
            <a:ext cx="15724301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 prof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ile with avatar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Display of personal information (name, phone, email)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Edit profile option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81884" y="4472201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1884" y="7716384"/>
            <a:ext cx="15724301" cy="1760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Shipping, delivery, p</a:t>
            </a: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ayment, and promo sections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Item list with quantity and price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Automatic subtotal, tax, and total calculation</a:t>
            </a:r>
          </a:p>
          <a:p>
            <a:pPr marL="453390" lvl="1" indent="-226695" algn="l">
              <a:lnSpc>
                <a:spcPts val="2835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pc="1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“Place Order” action button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1884" y="6825860"/>
            <a:ext cx="10743711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Checkout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75869" y="1160575"/>
            <a:ext cx="131013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sz="2999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(cont.)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3950"/>
            <a:ext cx="1074371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Screen List &amp; Flow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734" y="2271983"/>
            <a:ext cx="9479856" cy="95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34" y="3121870"/>
            <a:ext cx="6170786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Login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Home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Categories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Products browsing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Notifications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Profile Screen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Checkout Screen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0282"/>
            <a:ext cx="12650286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FLow Diagram</a:t>
            </a:r>
          </a:p>
        </p:txBody>
      </p:sp>
      <p:sp>
        <p:nvSpPr>
          <p:cNvPr id="4" name="Freeform 4"/>
          <p:cNvSpPr/>
          <p:nvPr/>
        </p:nvSpPr>
        <p:spPr>
          <a:xfrm>
            <a:off x="3496605" y="2458427"/>
            <a:ext cx="11294790" cy="6601347"/>
          </a:xfrm>
          <a:custGeom>
            <a:avLst/>
            <a:gdLst/>
            <a:ahLst/>
            <a:cxnLst/>
            <a:rect l="l" t="t" r="r" b="b"/>
            <a:pathLst>
              <a:path w="11294790" h="6601347">
                <a:moveTo>
                  <a:pt x="0" y="0"/>
                </a:moveTo>
                <a:lnTo>
                  <a:pt x="11294790" y="0"/>
                </a:lnTo>
                <a:lnTo>
                  <a:pt x="11294790" y="6601346"/>
                </a:lnTo>
                <a:lnTo>
                  <a:pt x="0" y="660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4011282" y="5504365"/>
            <a:ext cx="111056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" name="Freeform 3"/>
          <p:cNvSpPr/>
          <p:nvPr/>
        </p:nvSpPr>
        <p:spPr>
          <a:xfrm>
            <a:off x="5142771" y="1970494"/>
            <a:ext cx="3286500" cy="7067742"/>
          </a:xfrm>
          <a:custGeom>
            <a:avLst/>
            <a:gdLst/>
            <a:ahLst/>
            <a:cxnLst/>
            <a:rect l="l" t="t" r="r" b="b"/>
            <a:pathLst>
              <a:path w="3286500" h="7067742">
                <a:moveTo>
                  <a:pt x="0" y="0"/>
                </a:moveTo>
                <a:lnTo>
                  <a:pt x="3286500" y="0"/>
                </a:lnTo>
                <a:lnTo>
                  <a:pt x="3286500" y="7067742"/>
                </a:lnTo>
                <a:lnTo>
                  <a:pt x="0" y="7067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31603" y="1971466"/>
            <a:ext cx="3294881" cy="7066769"/>
          </a:xfrm>
          <a:custGeom>
            <a:avLst/>
            <a:gdLst/>
            <a:ahLst/>
            <a:cxnLst/>
            <a:rect l="l" t="t" r="r" b="b"/>
            <a:pathLst>
              <a:path w="3294881" h="7066769">
                <a:moveTo>
                  <a:pt x="0" y="0"/>
                </a:moveTo>
                <a:lnTo>
                  <a:pt x="3294881" y="0"/>
                </a:lnTo>
                <a:lnTo>
                  <a:pt x="3294881" y="7066770"/>
                </a:lnTo>
                <a:lnTo>
                  <a:pt x="0" y="7066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72800" y="1971466"/>
            <a:ext cx="3286500" cy="7048793"/>
          </a:xfrm>
          <a:custGeom>
            <a:avLst/>
            <a:gdLst/>
            <a:ahLst/>
            <a:cxnLst/>
            <a:rect l="l" t="t" r="r" b="b"/>
            <a:pathLst>
              <a:path w="3286500" h="7048793">
                <a:moveTo>
                  <a:pt x="0" y="0"/>
                </a:moveTo>
                <a:lnTo>
                  <a:pt x="3286500" y="0"/>
                </a:lnTo>
                <a:lnTo>
                  <a:pt x="3286500" y="7048794"/>
                </a:lnTo>
                <a:lnTo>
                  <a:pt x="0" y="704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11881575" y="5523111"/>
            <a:ext cx="2091225" cy="3780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 flipH="1">
            <a:off x="11881575" y="5694998"/>
            <a:ext cx="1026301" cy="20612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724782" y="1971466"/>
            <a:ext cx="3294881" cy="7066769"/>
          </a:xfrm>
          <a:custGeom>
            <a:avLst/>
            <a:gdLst/>
            <a:ahLst/>
            <a:cxnLst/>
            <a:rect l="l" t="t" r="r" b="b"/>
            <a:pathLst>
              <a:path w="3294881" h="7066769">
                <a:moveTo>
                  <a:pt x="0" y="0"/>
                </a:moveTo>
                <a:lnTo>
                  <a:pt x="3294881" y="0"/>
                </a:lnTo>
                <a:lnTo>
                  <a:pt x="3294881" y="7066770"/>
                </a:lnTo>
                <a:lnTo>
                  <a:pt x="0" y="7066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8187826" y="2638001"/>
            <a:ext cx="2006441" cy="357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362506"/>
            <a:ext cx="9165567" cy="96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9"/>
              </a:lnSpc>
            </a:pPr>
            <a:r>
              <a:rPr lang="en-US" sz="6979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UI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71932" y="5114925"/>
            <a:ext cx="989261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Successful</a:t>
            </a:r>
          </a:p>
        </p:txBody>
      </p:sp>
      <p:sp>
        <p:nvSpPr>
          <p:cNvPr id="12" name="TextBox 12"/>
          <p:cNvSpPr txBox="1"/>
          <p:nvPr/>
        </p:nvSpPr>
        <p:spPr>
          <a:xfrm rot="622236">
            <a:off x="8388705" y="2895625"/>
            <a:ext cx="1514019" cy="18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Pop up when clicked</a:t>
            </a:r>
          </a:p>
        </p:txBody>
      </p:sp>
      <p:sp>
        <p:nvSpPr>
          <p:cNvPr id="13" name="TextBox 13"/>
          <p:cNvSpPr txBox="1"/>
          <p:nvPr/>
        </p:nvSpPr>
        <p:spPr>
          <a:xfrm rot="-719205">
            <a:off x="12885197" y="5378057"/>
            <a:ext cx="950611" cy="148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1C2120"/>
                </a:solidFill>
                <a:latin typeface="Canva Sans"/>
                <a:ea typeface="Canva Sans"/>
                <a:cs typeface="Canva Sans"/>
                <a:sym typeface="Canva Sans"/>
              </a:rPr>
              <a:t>Checkout modal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5850" y="1461349"/>
            <a:ext cx="2114947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Login Screen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7945" y="1461349"/>
            <a:ext cx="2484296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Home Screen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37911" y="1461349"/>
            <a:ext cx="2472134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Cart modal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29877" y="1461349"/>
            <a:ext cx="2772346" cy="338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Checkout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0039" y="1898384"/>
            <a:ext cx="3034183" cy="6490231"/>
          </a:xfrm>
          <a:custGeom>
            <a:avLst/>
            <a:gdLst/>
            <a:ahLst/>
            <a:cxnLst/>
            <a:rect l="l" t="t" r="r" b="b"/>
            <a:pathLst>
              <a:path w="3034183" h="6490231">
                <a:moveTo>
                  <a:pt x="0" y="0"/>
                </a:moveTo>
                <a:lnTo>
                  <a:pt x="3034183" y="0"/>
                </a:lnTo>
                <a:lnTo>
                  <a:pt x="3034183" y="6490232"/>
                </a:lnTo>
                <a:lnTo>
                  <a:pt x="0" y="649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9175" y="1906662"/>
            <a:ext cx="3006006" cy="6481954"/>
          </a:xfrm>
          <a:custGeom>
            <a:avLst/>
            <a:gdLst/>
            <a:ahLst/>
            <a:cxnLst/>
            <a:rect l="l" t="t" r="r" b="b"/>
            <a:pathLst>
              <a:path w="3006006" h="6481954">
                <a:moveTo>
                  <a:pt x="0" y="0"/>
                </a:moveTo>
                <a:lnTo>
                  <a:pt x="3006006" y="0"/>
                </a:lnTo>
                <a:lnTo>
                  <a:pt x="3006006" y="6481954"/>
                </a:lnTo>
                <a:lnTo>
                  <a:pt x="0" y="6481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91142" y="1898384"/>
            <a:ext cx="3017957" cy="6490231"/>
          </a:xfrm>
          <a:custGeom>
            <a:avLst/>
            <a:gdLst/>
            <a:ahLst/>
            <a:cxnLst/>
            <a:rect l="l" t="t" r="r" b="b"/>
            <a:pathLst>
              <a:path w="3017957" h="6490231">
                <a:moveTo>
                  <a:pt x="0" y="0"/>
                </a:moveTo>
                <a:lnTo>
                  <a:pt x="3017958" y="0"/>
                </a:lnTo>
                <a:lnTo>
                  <a:pt x="3017958" y="6490232"/>
                </a:lnTo>
                <a:lnTo>
                  <a:pt x="0" y="6490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154945" y="1906662"/>
            <a:ext cx="3006006" cy="6481954"/>
          </a:xfrm>
          <a:custGeom>
            <a:avLst/>
            <a:gdLst/>
            <a:ahLst/>
            <a:cxnLst/>
            <a:rect l="l" t="t" r="r" b="b"/>
            <a:pathLst>
              <a:path w="3006006" h="6481954">
                <a:moveTo>
                  <a:pt x="0" y="0"/>
                </a:moveTo>
                <a:lnTo>
                  <a:pt x="3006006" y="0"/>
                </a:lnTo>
                <a:lnTo>
                  <a:pt x="3006006" y="6481954"/>
                </a:lnTo>
                <a:lnTo>
                  <a:pt x="0" y="6481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78520" y="9036363"/>
            <a:ext cx="6930959" cy="1047123"/>
          </a:xfrm>
          <a:custGeom>
            <a:avLst/>
            <a:gdLst/>
            <a:ahLst/>
            <a:cxnLst/>
            <a:rect l="l" t="t" r="r" b="b"/>
            <a:pathLst>
              <a:path w="6930959" h="1047123">
                <a:moveTo>
                  <a:pt x="0" y="0"/>
                </a:moveTo>
                <a:lnTo>
                  <a:pt x="6930960" y="0"/>
                </a:lnTo>
                <a:lnTo>
                  <a:pt x="6930960" y="1047124"/>
                </a:lnTo>
                <a:lnTo>
                  <a:pt x="0" y="1047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H="1" flipV="1">
            <a:off x="2368407" y="8388616"/>
            <a:ext cx="5425802" cy="1020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 flipH="1" flipV="1">
            <a:off x="6800121" y="8628645"/>
            <a:ext cx="2549320" cy="9312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 flipV="1">
            <a:off x="10538553" y="8388616"/>
            <a:ext cx="693657" cy="1020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 flipV="1">
            <a:off x="12009498" y="8388616"/>
            <a:ext cx="3658482" cy="10204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362506"/>
            <a:ext cx="9165567" cy="96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9"/>
              </a:lnSpc>
            </a:pPr>
            <a:r>
              <a:rPr lang="en-US" sz="6979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UI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254" y="1450766"/>
            <a:ext cx="2702140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Categories Screen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9355" y="1450766"/>
            <a:ext cx="3772115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Products Screen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58337" y="1461349"/>
            <a:ext cx="3221782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Notifications Screen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62123" y="1461349"/>
            <a:ext cx="2605286" cy="338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Profile Screen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91142" y="605604"/>
            <a:ext cx="1907001" cy="47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(cont.)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3560" y="1898384"/>
            <a:ext cx="3332363" cy="7166373"/>
          </a:xfrm>
          <a:custGeom>
            <a:avLst/>
            <a:gdLst/>
            <a:ahLst/>
            <a:cxnLst/>
            <a:rect l="l" t="t" r="r" b="b"/>
            <a:pathLst>
              <a:path w="3332363" h="7166373">
                <a:moveTo>
                  <a:pt x="0" y="0"/>
                </a:moveTo>
                <a:lnTo>
                  <a:pt x="3332363" y="0"/>
                </a:lnTo>
                <a:lnTo>
                  <a:pt x="3332363" y="7166373"/>
                </a:lnTo>
                <a:lnTo>
                  <a:pt x="0" y="7166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13105" y="1898384"/>
            <a:ext cx="3332363" cy="7166373"/>
          </a:xfrm>
          <a:custGeom>
            <a:avLst/>
            <a:gdLst/>
            <a:ahLst/>
            <a:cxnLst/>
            <a:rect l="l" t="t" r="r" b="b"/>
            <a:pathLst>
              <a:path w="3332363" h="7166373">
                <a:moveTo>
                  <a:pt x="0" y="0"/>
                </a:moveTo>
                <a:lnTo>
                  <a:pt x="3332363" y="0"/>
                </a:lnTo>
                <a:lnTo>
                  <a:pt x="3332363" y="7166373"/>
                </a:lnTo>
                <a:lnTo>
                  <a:pt x="0" y="716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437194" y="4861613"/>
            <a:ext cx="6902257" cy="1460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362506"/>
            <a:ext cx="9165567" cy="965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9"/>
              </a:lnSpc>
            </a:pPr>
            <a:r>
              <a:rPr lang="en-US" sz="6979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UI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 rot="701268">
            <a:off x="6747070" y="5290304"/>
            <a:ext cx="4324647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an item and model pop up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9533" y="608753"/>
            <a:ext cx="1515418" cy="473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(cont.)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8117" y="753533"/>
            <a:ext cx="1074371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48740" y="4980305"/>
            <a:ext cx="8355390" cy="4655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"users": [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"id": 1,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"name": "Mee 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Mee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"email": "meemee@gmail.com",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"password": "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hashed_password_here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"phone": "09996539588",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profileImage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": "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url_or_local_path_to_image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]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94367" y="4130647"/>
            <a:ext cx="7651353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Users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04375" y="1955056"/>
            <a:ext cx="65836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814900" y="4980305"/>
            <a:ext cx="6175225" cy="3218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"categories": [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 "id": 1, "name": "Shirts" },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 "id": 2, "name": "Shoes" },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 "id": 3, "name": "Earbuds" },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 "id": 4, "name": "Pants" }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]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endParaRPr lang="en-US" sz="2100" u="none" spc="12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307610" y="4130647"/>
            <a:ext cx="7651353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Categories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1617" y="2405906"/>
            <a:ext cx="6276056" cy="503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Format - Json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034" y="2967711"/>
            <a:ext cx="10130666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 objects - Users, Categories, Products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47" y="612816"/>
            <a:ext cx="6538165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0473" y="3528247"/>
            <a:ext cx="8481208" cy="465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"products": [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{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"id": 101,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"name": "A6 Earbud",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"category": "Earbuds",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"brand": "ASPOR",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"description": "High-quality wireless earbuds",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"price": 10.99,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"image": "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url_or_local_path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"discount": 15,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"stock": 50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                  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},</a:t>
            </a: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 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694873"/>
            <a:ext cx="7651353" cy="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8"/>
              </a:lnSpc>
            </a:pPr>
            <a:r>
              <a:rPr lang="en-US" sz="44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Products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778755" y="2047173"/>
            <a:ext cx="658365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7362412" y="942975"/>
            <a:ext cx="1991668" cy="473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5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(cont.)</a:t>
            </a:r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39313" y="4253205"/>
            <a:ext cx="6947808" cy="393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{</a:t>
            </a:r>
            <a:endParaRPr lang="en-US" dirty="0"/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"id": 102,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"name": "Valencia Shoe",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category": "Shoes",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 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"brand": "Valencia",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"description": "Comfortable everyday shoe",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"price": 95.00,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"image": "</a:t>
            </a:r>
            <a:r>
              <a:rPr lang="en-US" sz="2100" u="none" spc="126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url_or_local_path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",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"discount": 0,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>
              <a:lnSpc>
                <a:spcPts val="2835"/>
              </a:lnSpc>
              <a:spcBef>
                <a:spcPct val="0"/>
              </a:spcBef>
            </a:pPr>
            <a:r>
              <a:rPr lang="en-US" sz="2100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"stock": 100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 u="none" spc="126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}</a:t>
            </a:r>
            <a:endParaRPr lang="en-US" sz="2100" u="none" spc="126" dirty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12223" y="8192534"/>
            <a:ext cx="15457591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                        ]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00" y="4477111"/>
            <a:ext cx="5245100" cy="1332778"/>
            <a:chOff x="0" y="0"/>
            <a:chExt cx="1381426" cy="351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04900" y="4477111"/>
            <a:ext cx="5118100" cy="1332778"/>
            <a:chOff x="0" y="0"/>
            <a:chExt cx="1347977" cy="351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96797" y="4544508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5E8D85BC907CC40AA48B9A7FF4551C0" ma:contentTypeVersion="9" ma:contentTypeDescription="新しいドキュメントを作成します。" ma:contentTypeScope="" ma:versionID="257b2c3488e3634cdba20f384098bb54">
  <xsd:schema xmlns:xsd="http://www.w3.org/2001/XMLSchema" xmlns:xs="http://www.w3.org/2001/XMLSchema" xmlns:p="http://schemas.microsoft.com/office/2006/metadata/properties" xmlns:ns2="8dcdd373-8a51-45b4-99c8-ffdea72a5092" targetNamespace="http://schemas.microsoft.com/office/2006/metadata/properties" ma:root="true" ma:fieldsID="f0bdc2f989eb075affdfba3236755292" ns2:_="">
    <xsd:import namespace="8dcdd373-8a51-45b4-99c8-ffdea72a50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cdd373-8a51-45b4-99c8-ffdea72a5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40F639-D81D-433B-BC94-7381BB062C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cdd373-8a51-45b4-99c8-ffdea72a5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4AD84D-8B81-4E8A-A950-EC711240DB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8E3DFC5-ABE1-444A-88CA-CDF9943AEA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ClickCart</dc:title>
  <cp:revision>69</cp:revision>
  <dcterms:created xsi:type="dcterms:W3CDTF">2006-08-16T00:00:00Z</dcterms:created>
  <dcterms:modified xsi:type="dcterms:W3CDTF">2026-02-03T07:26:35Z</dcterms:modified>
  <dc:identifier>DAG_kf_o08U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0x010100E5E8D85BC907CC40AA48B9A7FF4551C0</vt:lpwstr>
  </property>
</Properties>
</file>